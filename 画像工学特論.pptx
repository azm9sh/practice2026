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0889C1-3A34-4452-A363-98E018331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1C6A12E-3029-4043-BBE7-359ADD5DC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838997-5779-45B5-B46E-03A121311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2F717-BAC8-4993-A2CD-3BDA0342AFB4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09B613-024D-47AF-B7D7-4C204225F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D104D3-A928-40A6-A4D2-31E312C6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D244-9704-4D85-86D7-EB6F80D453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85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4F7FD9-A420-47FD-B28F-87FD70D64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F179A6-511E-47EC-8878-470B935CC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72372B-49DA-4440-AB76-9C30956DD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2F717-BAC8-4993-A2CD-3BDA0342AFB4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66F499-D995-4218-9DB9-FA0754F4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00268A-BC02-41AA-84B7-C3581A097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D244-9704-4D85-86D7-EB6F80D453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5895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38E583-20B2-4CE3-986D-889AB6485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223FD0-D772-4128-9AE7-F8A3523A6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8AC564-ACEA-43AB-9620-861DB55E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2F717-BAC8-4993-A2CD-3BDA0342AFB4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7660C6-0895-4583-A69D-78359DC7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6155B1-B909-40E5-AE31-F42ED79D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D244-9704-4D85-86D7-EB6F80D453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856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18399E-B91C-4EDE-B062-565598E3D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3DBD63-4331-4DB7-A366-972B24326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1B01B4-48FD-47F6-8DF9-CAED40911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9073FD-9629-4FA2-A12C-61CCC255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2F717-BAC8-4993-A2CD-3BDA0342AFB4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F3FA1E-D87B-4093-A607-D8C18C51C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ED34F0-3DCF-44FB-86CD-1FFDFEC3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D244-9704-4D85-86D7-EB6F80D453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54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290AF1-A5C6-4A59-BC8D-C4B30AC63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E2AA10-77E5-4DA1-87C4-12D2FD7F9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3224509-3DE3-43F3-88C0-E4782E32F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F07AF4F-EE64-4B75-B997-20F0D462CF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4331293-017F-4FA7-BCE3-84088A622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8B34D36-F059-4E78-9784-371F93EDD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2F717-BAC8-4993-A2CD-3BDA0342AFB4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5D3891F-970F-46DB-A5A9-52D2DB2A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C229E7C-D427-47B9-82E9-4D23F59B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D244-9704-4D85-86D7-EB6F80D453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5315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504A02-FBCF-46F0-984B-1E3E7947C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104F19C-BF41-4FFF-8218-EA6B4AD90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2F717-BAC8-4993-A2CD-3BDA0342AFB4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5F77811-FBF3-4ABB-AD9D-98CFEF5B1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DF99D94-D143-4A97-A912-22C11D34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D244-9704-4D85-86D7-EB6F80D453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010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65CC176-9AF6-4157-8699-754348858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2F717-BAC8-4993-A2CD-3BDA0342AFB4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A4BD6FA-A9EE-4AA5-81A8-90192F360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FABDCB-8824-4696-B475-90EF53AD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D244-9704-4D85-86D7-EB6F80D453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9873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6B0E1D-CC3B-4195-87E0-5725E5AE4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5096DE-33C3-4885-A78B-26A37F3C3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CB887D-2182-494B-B01C-5B5CC4388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E905A9-01C7-47C1-B136-4F538B0C9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2F717-BAC8-4993-A2CD-3BDA0342AFB4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D5D7D3-4BE2-4C41-930A-0122CCF41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311A88-74C4-49FF-8659-CF87CF941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D244-9704-4D85-86D7-EB6F80D453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071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197D70-F6FF-4F20-8C2E-7BD7663C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4793B21-DCB1-42C9-ABD2-082EAEE72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8AB0B13-0C7C-4D21-ADE6-445674A58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AFBF58-E9BE-487F-894D-3A20D336E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2F717-BAC8-4993-A2CD-3BDA0342AFB4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EF8EB0-EBB0-47CC-B986-FD828C009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A7DCACD-0A43-4F15-BBD8-1FAD4522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D244-9704-4D85-86D7-EB6F80D453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030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DCAD8-4C1F-4BE8-B2AF-FE393A8F5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D17B81B-0531-4072-8C73-EE71EB4B5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DF85AC-66C6-4F7B-B868-F4269B4E3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2F717-BAC8-4993-A2CD-3BDA0342AFB4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03F756-3FD3-42E7-A658-A6558A94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6627BC-96C7-402A-9164-A9F16296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D244-9704-4D85-86D7-EB6F80D453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41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E14FA57-3162-4DCF-8EAF-E7B98445A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0A31BFC-EC86-40EC-B370-E3BD4E5B3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48C37A-164C-4F94-90C8-2294CB4B6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2F717-BAC8-4993-A2CD-3BDA0342AFB4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CC7F61-DBA5-4061-8D9C-BB15A18A6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3D88C7-91C5-4844-8610-679AE681B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D244-9704-4D85-86D7-EB6F80D453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524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F8F0DE5-DECE-40C2-9DD9-507C470D4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33757E-1F9D-4E4E-B329-A250201BC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6FE47D-79B5-43D2-9D33-1D0A68ED75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2F717-BAC8-4993-A2CD-3BDA0342AFB4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F33E2F-7E08-4BA7-A1D2-384912857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6BE2B5-6FCF-4717-B09E-CF3E03395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3D244-9704-4D85-86D7-EB6F80D453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804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796CBF97-AB34-4374-BEAA-AF7EE22B7C0C}"/>
                  </a:ext>
                </a:extLst>
              </p:cNvPr>
              <p:cNvSpPr txBox="1"/>
              <p:nvPr/>
            </p:nvSpPr>
            <p:spPr>
              <a:xfrm>
                <a:off x="2976281" y="829235"/>
                <a:ext cx="2653553" cy="5745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h𝑝𝑝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𝐹𝑖𝑙𝑒𝑆𝑖𝑧𝑒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×8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𝑊𝑖𝑑𝑡h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𝐻𝑒𝑖𝑔h𝑡</m:t>
                          </m:r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796CBF97-AB34-4374-BEAA-AF7EE22B7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281" y="829235"/>
                <a:ext cx="2653553" cy="5745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912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3E8317-91A4-45EE-861F-33882D1E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Rate-Distortion Curve (RD</a:t>
            </a:r>
            <a:r>
              <a:rPr kumimoji="1" lang="ja-JP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曲線</a:t>
            </a:r>
            <a:r>
              <a:rPr kumimoji="1"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ja-JP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29C24CF-C809-4184-B433-79949EC33EB4}"/>
              </a:ext>
            </a:extLst>
          </p:cNvPr>
          <p:cNvSpPr txBox="1"/>
          <p:nvPr/>
        </p:nvSpPr>
        <p:spPr>
          <a:xfrm>
            <a:off x="914400" y="1900518"/>
            <a:ext cx="30764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・横軸にビットレート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bpp</a:t>
            </a:r>
            <a:r>
              <a:rPr kumimoji="1" lang="en-US" altLang="ja-JP" dirty="0"/>
              <a:t>)</a:t>
            </a:r>
          </a:p>
          <a:p>
            <a:r>
              <a:rPr lang="ja-JP" altLang="en-US" dirty="0"/>
              <a:t>・縦軸に画質</a:t>
            </a:r>
            <a:r>
              <a:rPr lang="en-US" altLang="ja-JP" dirty="0"/>
              <a:t>(</a:t>
            </a:r>
            <a:r>
              <a:rPr lang="ja-JP" altLang="en-US" dirty="0"/>
              <a:t>様々な指標</a:t>
            </a:r>
            <a:r>
              <a:rPr lang="en-US" altLang="ja-JP" dirty="0"/>
              <a:t>)</a:t>
            </a:r>
          </a:p>
          <a:p>
            <a:endParaRPr lang="en-US" altLang="ja-JP" dirty="0"/>
          </a:p>
          <a:p>
            <a:r>
              <a:rPr kumimoji="1" lang="ja-JP" altLang="en-US" dirty="0"/>
              <a:t>・</a:t>
            </a:r>
          </a:p>
        </p:txBody>
      </p:sp>
    </p:spTree>
    <p:extLst>
      <p:ext uri="{BB962C8B-B14F-4D97-AF65-F5344CB8AC3E}">
        <p14:creationId xmlns:p14="http://schemas.microsoft.com/office/powerpoint/2010/main" val="167268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03C56A-101B-4C18-A5DD-97F22318D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画質</a:t>
            </a:r>
            <a:r>
              <a:rPr kumimoji="1" lang="en-US" altLang="ja-JP" dirty="0"/>
              <a:t>(Image Quality)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15EDA7-4BED-4B25-8343-ADCF5C03A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68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32</Words>
  <Application>Microsoft Office PowerPoint</Application>
  <PresentationFormat>ワイド画面</PresentationFormat>
  <Paragraphs>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游ゴシック</vt:lpstr>
      <vt:lpstr>游ゴシック Light</vt:lpstr>
      <vt:lpstr>Arial</vt:lpstr>
      <vt:lpstr>Cambria Math</vt:lpstr>
      <vt:lpstr>Times New Roman</vt:lpstr>
      <vt:lpstr>Office テーマ</vt:lpstr>
      <vt:lpstr>PowerPoint プレゼンテーション</vt:lpstr>
      <vt:lpstr>Rate-Distortion Curve (RD曲線)</vt:lpstr>
      <vt:lpstr>画質(Image Quality)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郡家　拓巳</dc:creator>
  <cp:lastModifiedBy>郡家　拓巳</cp:lastModifiedBy>
  <cp:revision>2</cp:revision>
  <dcterms:created xsi:type="dcterms:W3CDTF">2026-07-02T00:30:07Z</dcterms:created>
  <dcterms:modified xsi:type="dcterms:W3CDTF">2026-07-02T00:48:49Z</dcterms:modified>
</cp:coreProperties>
</file>